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7AD9-6249-8F31-831F-E170AE223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8A204-C474-ADD3-1761-9404D9ECB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B326A-7945-967D-249C-85382DAC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0B217-0487-2029-89E0-1233B7ED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147F-F9EC-27E9-1FF9-993DDCE2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5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DC37-E9EE-473D-3232-1C8726EE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6AD0-7D15-46D5-83D8-4F95DA722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3922-A1E7-ACDB-3E7D-F5C07347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5AAF6-C3EE-1218-5787-68946F75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6BD71-0853-BB99-35C1-B0A02E84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4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9241-7F03-9E48-A1DC-F748E563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6DF59-C675-50D4-E83E-D85EE80B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E82A3-3398-CBDD-DD84-214D5BBD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47DAA-F397-E0C1-AB84-498AA844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6A1D6-F81F-14AA-6ECD-6F09A3DA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5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06E1-1ECD-7506-F403-DA99A6B4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3A06A-668E-1C54-8972-C580533CD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4A061-3DFC-A457-EA1F-968B7FFB8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18A9A-49D2-B500-E1D8-C20FBAB9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BBD4A-3437-4D6F-E9B1-57686D7C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AC4AB-54B2-9C8D-1D66-9A7C201A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3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D8D3-9876-0246-64A9-9B120FB5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FCA6F-2FAE-9FE9-3831-DBF6612B7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4F33E-1794-D16B-E945-3B7B30D9C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BD662-DD15-2B4F-EDA2-0AFC570C6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C4CA3-65D7-4F16-5A5B-EA47D2ED9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F0E21-DB56-CAFB-0C76-35F3A124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C514D-4234-1F55-05FA-52F052F6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85E0F-96EB-D6F7-C764-AA9D7E99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7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2990-1B93-66AA-55B9-6966F594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D4E7B-E6B1-D622-3392-AA3DD50F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8B1F2-FF86-39D3-C1F7-E6D60FE7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024EF-8E40-3B61-ED95-6B582DD6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38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69489-03BB-653F-0729-28187668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7DE8E-FA90-1A8D-C89F-686B4A87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3CBB5-A6F4-F557-9451-CE813CA5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4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6C41-C5B2-6E21-FD9F-00C81FB7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A75E9-28BF-029C-9F60-B02B6913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5F8B7-5728-5932-BE34-E654E803F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1341E-DB45-40A4-3FDD-BE56D185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97DD3-C0B3-2EA7-322B-E8C85D7D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B258C-8BDC-D3C6-FA95-BC77040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8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6C58-A6C3-D762-63EC-72897B18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EA93D-EFE4-6747-F09E-ABFE938FF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67B0D-33D8-5DAC-9F80-1856E4618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DEDE0-3D4E-273C-4A75-096FF9D8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4F38A-D42B-DD6F-BD91-D77B945C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98E89-D40A-947A-FDF7-55F10F25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0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BA1D-A64D-D141-55AD-7526086E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F6F25-311F-6389-8B18-475E26994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FAB8C-E931-3541-34FD-0BB8B8A3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1CE0C-D4CA-EB3F-6D51-4E36AFEB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160FD-25CA-2782-6F19-F2AC7EC2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3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F443E-5CAA-8622-0F42-FDE925FCE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269B3-8F5B-5526-900B-75B55EE9C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DA0D7-AF90-29D7-FFFC-0A0AA059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70E2-E41A-7256-1524-7B03B041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0FC7-25AD-6111-F41F-5C9B112E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0A4E8-6305-6B2B-C1B3-5D51E2B9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0EB56-2C57-0029-68CA-ED235F139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8E9CA-CE4D-E14F-27EF-2D68BD304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87F15-A7B9-4CB0-9B1A-85D6678336E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0E39-0C23-50EF-C0C8-188704CCE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3FB5-07FE-D23F-5156-441934537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FED9C-7FDA-4629-9805-9838E9E22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75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E5BAD3-389C-0AFB-2955-A58F578CD072}"/>
              </a:ext>
            </a:extLst>
          </p:cNvPr>
          <p:cNvSpPr/>
          <p:nvPr/>
        </p:nvSpPr>
        <p:spPr>
          <a:xfrm>
            <a:off x="1851660" y="960120"/>
            <a:ext cx="5577840" cy="19476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B7676-122A-F0B8-CBB4-AB909B323D3A}"/>
              </a:ext>
            </a:extLst>
          </p:cNvPr>
          <p:cNvSpPr/>
          <p:nvPr/>
        </p:nvSpPr>
        <p:spPr>
          <a:xfrm>
            <a:off x="1851660" y="3507246"/>
            <a:ext cx="5577840" cy="1989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F9577-7C04-5E76-24FF-D24E7686115F}"/>
              </a:ext>
            </a:extLst>
          </p:cNvPr>
          <p:cNvSpPr txBox="1"/>
          <p:nvPr/>
        </p:nvSpPr>
        <p:spPr>
          <a:xfrm rot="5400000">
            <a:off x="1210245" y="1781474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14B6B-2D25-DFDA-F9F4-669E61621A22}"/>
              </a:ext>
            </a:extLst>
          </p:cNvPr>
          <p:cNvSpPr txBox="1"/>
          <p:nvPr/>
        </p:nvSpPr>
        <p:spPr>
          <a:xfrm rot="5400000">
            <a:off x="2481815" y="1781474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6F861-E426-30C6-140C-C581BF7EE7E7}"/>
              </a:ext>
            </a:extLst>
          </p:cNvPr>
          <p:cNvSpPr txBox="1"/>
          <p:nvPr/>
        </p:nvSpPr>
        <p:spPr>
          <a:xfrm rot="5400000">
            <a:off x="5399231" y="1781475"/>
            <a:ext cx="1831467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31952-1CBB-D7CD-995A-1A376CE7983B}"/>
              </a:ext>
            </a:extLst>
          </p:cNvPr>
          <p:cNvSpPr txBox="1"/>
          <p:nvPr/>
        </p:nvSpPr>
        <p:spPr>
          <a:xfrm rot="5400000">
            <a:off x="3691751" y="1781474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6DDF49-5078-9253-35D3-02F33E4E0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24461"/>
              </p:ext>
            </p:extLst>
          </p:nvPr>
        </p:nvGraphicFramePr>
        <p:xfrm>
          <a:off x="2564835" y="1050036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2B3CD54-DB38-73B0-AEB7-07D00B37A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947988"/>
              </p:ext>
            </p:extLst>
          </p:nvPr>
        </p:nvGraphicFramePr>
        <p:xfrm>
          <a:off x="2564835" y="1539240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422018C-C7E0-ACB0-129A-E1FFFDE43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894136"/>
              </p:ext>
            </p:extLst>
          </p:nvPr>
        </p:nvGraphicFramePr>
        <p:xfrm>
          <a:off x="2564835" y="2444114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1AC398C-4E85-A842-F248-DD3B6CDCB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518642"/>
              </p:ext>
            </p:extLst>
          </p:nvPr>
        </p:nvGraphicFramePr>
        <p:xfrm>
          <a:off x="3830918" y="1011934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79F3682-7B7A-CD41-0557-E0C9C6CB8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00105"/>
              </p:ext>
            </p:extLst>
          </p:nvPr>
        </p:nvGraphicFramePr>
        <p:xfrm>
          <a:off x="3830918" y="1501138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D4F7CC9-30B8-91F8-620A-A289577E9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50235"/>
              </p:ext>
            </p:extLst>
          </p:nvPr>
        </p:nvGraphicFramePr>
        <p:xfrm>
          <a:off x="3830918" y="2406012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96D8FBB-80E0-C811-2A58-514F271D3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10607"/>
              </p:ext>
            </p:extLst>
          </p:nvPr>
        </p:nvGraphicFramePr>
        <p:xfrm>
          <a:off x="5061282" y="1049083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04EFD97-7C53-937C-ADD1-1B2F09CC4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45493"/>
              </p:ext>
            </p:extLst>
          </p:nvPr>
        </p:nvGraphicFramePr>
        <p:xfrm>
          <a:off x="5061282" y="1538287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A6BB2C1-3AA0-C270-1948-54A295D7F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86769"/>
              </p:ext>
            </p:extLst>
          </p:nvPr>
        </p:nvGraphicFramePr>
        <p:xfrm>
          <a:off x="5061282" y="2443161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8580185-45AA-5863-0DF5-BB47B2F05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49064"/>
              </p:ext>
            </p:extLst>
          </p:nvPr>
        </p:nvGraphicFramePr>
        <p:xfrm>
          <a:off x="6754260" y="1060705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75C38D0-32FB-8990-46AD-84E84187E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793257"/>
              </p:ext>
            </p:extLst>
          </p:nvPr>
        </p:nvGraphicFramePr>
        <p:xfrm>
          <a:off x="6754260" y="1549909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3AD0E33-B578-B4B6-57D4-945A8EC3F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396491"/>
              </p:ext>
            </p:extLst>
          </p:nvPr>
        </p:nvGraphicFramePr>
        <p:xfrm>
          <a:off x="6754260" y="2454783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D02C1DD-FE29-498F-6F36-6EA505D714B3}"/>
              </a:ext>
            </a:extLst>
          </p:cNvPr>
          <p:cNvSpPr txBox="1"/>
          <p:nvPr/>
        </p:nvSpPr>
        <p:spPr>
          <a:xfrm rot="5400000">
            <a:off x="1210245" y="4366609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71ABE2-6A29-5B0B-8DAD-7B0BA585EB14}"/>
              </a:ext>
            </a:extLst>
          </p:cNvPr>
          <p:cNvSpPr txBox="1"/>
          <p:nvPr/>
        </p:nvSpPr>
        <p:spPr>
          <a:xfrm rot="5400000">
            <a:off x="2481815" y="4366609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C82CC8-D6C9-B28F-6AF5-902B7FBC83B5}"/>
              </a:ext>
            </a:extLst>
          </p:cNvPr>
          <p:cNvSpPr txBox="1"/>
          <p:nvPr/>
        </p:nvSpPr>
        <p:spPr>
          <a:xfrm rot="5400000">
            <a:off x="5399231" y="4366610"/>
            <a:ext cx="1831467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10654A-1146-144D-DFF6-FE9F05961CE2}"/>
              </a:ext>
            </a:extLst>
          </p:cNvPr>
          <p:cNvSpPr txBox="1"/>
          <p:nvPr/>
        </p:nvSpPr>
        <p:spPr>
          <a:xfrm rot="5400000">
            <a:off x="3691751" y="4366609"/>
            <a:ext cx="1831468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Transformer Block  3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D9B7745-8EC4-883E-257E-7EA5026C5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637158"/>
              </p:ext>
            </p:extLst>
          </p:nvPr>
        </p:nvGraphicFramePr>
        <p:xfrm>
          <a:off x="2564835" y="3635171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98A84F1-9759-05F4-56DA-A1A4E61F2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455478"/>
              </p:ext>
            </p:extLst>
          </p:nvPr>
        </p:nvGraphicFramePr>
        <p:xfrm>
          <a:off x="2564835" y="5029249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2EEAB7E-741A-7054-D7FE-767FB0FBC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04835"/>
              </p:ext>
            </p:extLst>
          </p:nvPr>
        </p:nvGraphicFramePr>
        <p:xfrm>
          <a:off x="3830918" y="3597069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4B0CDF4-3392-1865-6F1A-611EB25F2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28641"/>
              </p:ext>
            </p:extLst>
          </p:nvPr>
        </p:nvGraphicFramePr>
        <p:xfrm>
          <a:off x="3830918" y="4991147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66969BA-8699-8055-3120-F2612BBA7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841769"/>
              </p:ext>
            </p:extLst>
          </p:nvPr>
        </p:nvGraphicFramePr>
        <p:xfrm>
          <a:off x="5046953" y="3580108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BAE545D-F62D-4BA1-3FF7-BF6F446F3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052775"/>
              </p:ext>
            </p:extLst>
          </p:nvPr>
        </p:nvGraphicFramePr>
        <p:xfrm>
          <a:off x="5046953" y="4974186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CCC43BE-1250-24B1-D001-16915BED4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813023"/>
              </p:ext>
            </p:extLst>
          </p:nvPr>
        </p:nvGraphicFramePr>
        <p:xfrm>
          <a:off x="6754260" y="3611497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9E538FA-FBBD-091F-A563-63F8496FA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41573"/>
              </p:ext>
            </p:extLst>
          </p:nvPr>
        </p:nvGraphicFramePr>
        <p:xfrm>
          <a:off x="6754260" y="5005575"/>
          <a:ext cx="399345" cy="399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5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133115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133096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ED203B0C-2747-A658-6AA0-F176A1955601}"/>
              </a:ext>
            </a:extLst>
          </p:cNvPr>
          <p:cNvSpPr txBox="1"/>
          <p:nvPr/>
        </p:nvSpPr>
        <p:spPr>
          <a:xfrm rot="5400000">
            <a:off x="4764661" y="4334080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  .  .  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37F644-044A-2999-3126-643FC9C5B8F9}"/>
              </a:ext>
            </a:extLst>
          </p:cNvPr>
          <p:cNvSpPr txBox="1"/>
          <p:nvPr/>
        </p:nvSpPr>
        <p:spPr>
          <a:xfrm rot="5400000">
            <a:off x="4848022" y="4349512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16 Heads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6CB1D3-2045-19CD-372D-F8CCB73A0902}"/>
              </a:ext>
            </a:extLst>
          </p:cNvPr>
          <p:cNvSpPr txBox="1"/>
          <p:nvPr/>
        </p:nvSpPr>
        <p:spPr>
          <a:xfrm rot="5400000">
            <a:off x="6438615" y="4327367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  .  .  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496CE1-8AD3-279C-E80E-F302D2967E08}"/>
              </a:ext>
            </a:extLst>
          </p:cNvPr>
          <p:cNvSpPr txBox="1"/>
          <p:nvPr/>
        </p:nvSpPr>
        <p:spPr>
          <a:xfrm rot="5400000">
            <a:off x="6521976" y="4342799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16 Heads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9FE379-C00E-769A-AE18-88C2E9C9F3BF}"/>
              </a:ext>
            </a:extLst>
          </p:cNvPr>
          <p:cNvSpPr txBox="1"/>
          <p:nvPr/>
        </p:nvSpPr>
        <p:spPr>
          <a:xfrm rot="5400000">
            <a:off x="3492479" y="4383233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  .  .  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5B39B6-590D-68BE-3053-EEA3D8C627FD}"/>
              </a:ext>
            </a:extLst>
          </p:cNvPr>
          <p:cNvSpPr txBox="1"/>
          <p:nvPr/>
        </p:nvSpPr>
        <p:spPr>
          <a:xfrm rot="5400000">
            <a:off x="3575840" y="4398665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16 Heads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5A6E11-FFB5-C389-FFFF-FA3ED9C1E659}"/>
              </a:ext>
            </a:extLst>
          </p:cNvPr>
          <p:cNvSpPr txBox="1"/>
          <p:nvPr/>
        </p:nvSpPr>
        <p:spPr>
          <a:xfrm rot="5400000">
            <a:off x="2224775" y="4404575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  .  .  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BD9763-184C-6238-8849-B327122A84E7}"/>
              </a:ext>
            </a:extLst>
          </p:cNvPr>
          <p:cNvSpPr txBox="1"/>
          <p:nvPr/>
        </p:nvSpPr>
        <p:spPr>
          <a:xfrm rot="5400000">
            <a:off x="2308136" y="4420007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16 Heads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164C7E-6CD8-DBF2-D4FC-E077EE8059A1}"/>
              </a:ext>
            </a:extLst>
          </p:cNvPr>
          <p:cNvSpPr txBox="1"/>
          <p:nvPr/>
        </p:nvSpPr>
        <p:spPr>
          <a:xfrm rot="5400000">
            <a:off x="2236214" y="2069475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C1B02E-5D2B-9D58-E771-8C602A90BAC8}"/>
              </a:ext>
            </a:extLst>
          </p:cNvPr>
          <p:cNvSpPr txBox="1"/>
          <p:nvPr/>
        </p:nvSpPr>
        <p:spPr>
          <a:xfrm rot="5400000">
            <a:off x="2477535" y="2064043"/>
            <a:ext cx="755621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800" dirty="0">
                <a:latin typeface="Amasis MT Pro" panose="02040504050005020304" pitchFamily="18" charset="0"/>
              </a:rPr>
              <a:t>28 Heads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B9CAC8-2AFA-16E9-8F5E-F1ABF78BCA94}"/>
              </a:ext>
            </a:extLst>
          </p:cNvPr>
          <p:cNvSpPr txBox="1"/>
          <p:nvPr/>
        </p:nvSpPr>
        <p:spPr>
          <a:xfrm rot="5400000">
            <a:off x="3483853" y="2033752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444FEC-3A81-2949-0A4C-699A0FC73B4A}"/>
              </a:ext>
            </a:extLst>
          </p:cNvPr>
          <p:cNvSpPr txBox="1"/>
          <p:nvPr/>
        </p:nvSpPr>
        <p:spPr>
          <a:xfrm rot="5400000">
            <a:off x="3725174" y="2028320"/>
            <a:ext cx="755621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800" dirty="0">
                <a:latin typeface="Amasis MT Pro" panose="02040504050005020304" pitchFamily="18" charset="0"/>
              </a:rPr>
              <a:t>28 Heads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1AAF85-2882-32CB-551F-3878AA3BFFEB}"/>
              </a:ext>
            </a:extLst>
          </p:cNvPr>
          <p:cNvSpPr txBox="1"/>
          <p:nvPr/>
        </p:nvSpPr>
        <p:spPr>
          <a:xfrm rot="5400000">
            <a:off x="4720835" y="2063090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5FC27A-7000-F9D4-9A4F-15D2F2903C2E}"/>
              </a:ext>
            </a:extLst>
          </p:cNvPr>
          <p:cNvSpPr txBox="1"/>
          <p:nvPr/>
        </p:nvSpPr>
        <p:spPr>
          <a:xfrm rot="5400000">
            <a:off x="4962156" y="2057658"/>
            <a:ext cx="755621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800" dirty="0">
                <a:latin typeface="Amasis MT Pro" panose="02040504050005020304" pitchFamily="18" charset="0"/>
              </a:rPr>
              <a:t>28 Heads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6B48E3-B30A-9BFF-E518-9E163A8FE7C2}"/>
              </a:ext>
            </a:extLst>
          </p:cNvPr>
          <p:cNvSpPr txBox="1"/>
          <p:nvPr/>
        </p:nvSpPr>
        <p:spPr>
          <a:xfrm rot="5400000">
            <a:off x="6406325" y="2087860"/>
            <a:ext cx="96392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900" dirty="0">
                <a:latin typeface="Amasis MT Pro" panose="02040504050005020304" pitchFamily="18" charset="0"/>
              </a:rPr>
              <a:t>.  .  .  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D4EE6B-5C8B-78D6-4A3C-B3C218AE1701}"/>
              </a:ext>
            </a:extLst>
          </p:cNvPr>
          <p:cNvSpPr txBox="1"/>
          <p:nvPr/>
        </p:nvSpPr>
        <p:spPr>
          <a:xfrm rot="5400000">
            <a:off x="6647646" y="2082428"/>
            <a:ext cx="755621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40"/>
              </a:lnSpc>
              <a:spcAft>
                <a:spcPts val="50"/>
              </a:spcAft>
            </a:pPr>
            <a:r>
              <a:rPr lang="en-IN" sz="800" dirty="0">
                <a:latin typeface="Amasis MT Pro" panose="02040504050005020304" pitchFamily="18" charset="0"/>
              </a:rPr>
              <a:t>28 Heads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49F1B09-CCFA-E764-4210-09D1D4C9E612}"/>
              </a:ext>
            </a:extLst>
          </p:cNvPr>
          <p:cNvCxnSpPr/>
          <p:nvPr/>
        </p:nvCxnSpPr>
        <p:spPr>
          <a:xfrm flipV="1">
            <a:off x="2272173" y="1050036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046BB2-EFB6-6DA6-EFE4-D9C5E6140F82}"/>
              </a:ext>
            </a:extLst>
          </p:cNvPr>
          <p:cNvCxnSpPr>
            <a:cxnSpLocks/>
          </p:cNvCxnSpPr>
          <p:nvPr/>
        </p:nvCxnSpPr>
        <p:spPr>
          <a:xfrm>
            <a:off x="2268225" y="2533409"/>
            <a:ext cx="296610" cy="30999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7BE19C4-8DB1-8186-073F-2B64E17B2121}"/>
              </a:ext>
            </a:extLst>
          </p:cNvPr>
          <p:cNvCxnSpPr/>
          <p:nvPr/>
        </p:nvCxnSpPr>
        <p:spPr>
          <a:xfrm flipV="1">
            <a:off x="3544733" y="990595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308B15-5666-3ECD-393C-10447DB2C121}"/>
              </a:ext>
            </a:extLst>
          </p:cNvPr>
          <p:cNvCxnSpPr>
            <a:cxnSpLocks/>
          </p:cNvCxnSpPr>
          <p:nvPr/>
        </p:nvCxnSpPr>
        <p:spPr>
          <a:xfrm>
            <a:off x="3540785" y="2473968"/>
            <a:ext cx="296610" cy="30999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56FD1B2-BA72-9523-9462-F39068CFBAF7}"/>
              </a:ext>
            </a:extLst>
          </p:cNvPr>
          <p:cNvCxnSpPr/>
          <p:nvPr/>
        </p:nvCxnSpPr>
        <p:spPr>
          <a:xfrm flipV="1">
            <a:off x="4756856" y="1034796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C7517DE-56B6-3ECC-D897-BE33E6CC2C9C}"/>
              </a:ext>
            </a:extLst>
          </p:cNvPr>
          <p:cNvCxnSpPr>
            <a:cxnSpLocks/>
          </p:cNvCxnSpPr>
          <p:nvPr/>
        </p:nvCxnSpPr>
        <p:spPr>
          <a:xfrm>
            <a:off x="4752908" y="2518169"/>
            <a:ext cx="296610" cy="30999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B598C65-C758-F270-C991-6CE3E71269FB}"/>
              </a:ext>
            </a:extLst>
          </p:cNvPr>
          <p:cNvCxnSpPr/>
          <p:nvPr/>
        </p:nvCxnSpPr>
        <p:spPr>
          <a:xfrm flipV="1">
            <a:off x="6476871" y="1049083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BE9060F-C8E0-E2E5-922D-D1D20D2B8BD0}"/>
              </a:ext>
            </a:extLst>
          </p:cNvPr>
          <p:cNvCxnSpPr>
            <a:cxnSpLocks/>
          </p:cNvCxnSpPr>
          <p:nvPr/>
        </p:nvCxnSpPr>
        <p:spPr>
          <a:xfrm>
            <a:off x="6472923" y="2532456"/>
            <a:ext cx="296610" cy="30999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E67684E-C225-9605-A9F1-FF2DBFEDD043}"/>
              </a:ext>
            </a:extLst>
          </p:cNvPr>
          <p:cNvCxnSpPr/>
          <p:nvPr/>
        </p:nvCxnSpPr>
        <p:spPr>
          <a:xfrm flipV="1">
            <a:off x="2278675" y="3623119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C9CF6F3-D769-CE02-5A06-D12B8720A160}"/>
              </a:ext>
            </a:extLst>
          </p:cNvPr>
          <p:cNvCxnSpPr>
            <a:cxnSpLocks/>
          </p:cNvCxnSpPr>
          <p:nvPr/>
        </p:nvCxnSpPr>
        <p:spPr>
          <a:xfrm>
            <a:off x="2274727" y="5106492"/>
            <a:ext cx="268285" cy="3220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5EE99D0-C0D5-5FFD-FAF5-40315935C6DE}"/>
              </a:ext>
            </a:extLst>
          </p:cNvPr>
          <p:cNvCxnSpPr/>
          <p:nvPr/>
        </p:nvCxnSpPr>
        <p:spPr>
          <a:xfrm flipV="1">
            <a:off x="3551096" y="3570780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66E86C-A9B2-87A4-1C0F-CC500A8A7A03}"/>
              </a:ext>
            </a:extLst>
          </p:cNvPr>
          <p:cNvCxnSpPr>
            <a:cxnSpLocks/>
          </p:cNvCxnSpPr>
          <p:nvPr/>
        </p:nvCxnSpPr>
        <p:spPr>
          <a:xfrm>
            <a:off x="3547148" y="5054153"/>
            <a:ext cx="283770" cy="31932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3BA7D1C-5A0F-B7B3-8B68-E6A89ECBAD20}"/>
              </a:ext>
            </a:extLst>
          </p:cNvPr>
          <p:cNvCxnSpPr>
            <a:cxnSpLocks/>
          </p:cNvCxnSpPr>
          <p:nvPr/>
        </p:nvCxnSpPr>
        <p:spPr>
          <a:xfrm flipV="1">
            <a:off x="4764438" y="3552111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6AEF59C-1FE2-A9F7-A3C8-A76B5FBBCD8D}"/>
              </a:ext>
            </a:extLst>
          </p:cNvPr>
          <p:cNvCxnSpPr>
            <a:cxnSpLocks/>
          </p:cNvCxnSpPr>
          <p:nvPr/>
        </p:nvCxnSpPr>
        <p:spPr>
          <a:xfrm>
            <a:off x="4760490" y="5035484"/>
            <a:ext cx="264640" cy="3379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5812D68-F193-BD8D-5056-C277C81D2FED}"/>
              </a:ext>
            </a:extLst>
          </p:cNvPr>
          <p:cNvCxnSpPr/>
          <p:nvPr/>
        </p:nvCxnSpPr>
        <p:spPr>
          <a:xfrm flipV="1">
            <a:off x="6471766" y="3586401"/>
            <a:ext cx="292662" cy="2377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807F1CB-5100-AD8D-FE5B-19E3C9F1EDEA}"/>
              </a:ext>
            </a:extLst>
          </p:cNvPr>
          <p:cNvCxnSpPr>
            <a:cxnSpLocks/>
          </p:cNvCxnSpPr>
          <p:nvPr/>
        </p:nvCxnSpPr>
        <p:spPr>
          <a:xfrm>
            <a:off x="6467818" y="5069774"/>
            <a:ext cx="293192" cy="3037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" name="Left Brace 89">
            <a:extLst>
              <a:ext uri="{FF2B5EF4-FFF2-40B4-BE49-F238E27FC236}">
                <a16:creationId xmlns:a16="http://schemas.microsoft.com/office/drawing/2014/main" id="{68AF454C-6CD5-20A6-DC0E-87C239B38CDC}"/>
              </a:ext>
            </a:extLst>
          </p:cNvPr>
          <p:cNvSpPr/>
          <p:nvPr/>
        </p:nvSpPr>
        <p:spPr>
          <a:xfrm rot="16200000">
            <a:off x="2419041" y="2502867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Left Brace 90">
            <a:extLst>
              <a:ext uri="{FF2B5EF4-FFF2-40B4-BE49-F238E27FC236}">
                <a16:creationId xmlns:a16="http://schemas.microsoft.com/office/drawing/2014/main" id="{7A4A7894-EB65-B755-AE00-9B8265B0FFFC}"/>
              </a:ext>
            </a:extLst>
          </p:cNvPr>
          <p:cNvSpPr/>
          <p:nvPr/>
        </p:nvSpPr>
        <p:spPr>
          <a:xfrm rot="16200000">
            <a:off x="3690611" y="2502866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975BDFB2-5F6E-34D8-D533-E1EFBA05B70E}"/>
              </a:ext>
            </a:extLst>
          </p:cNvPr>
          <p:cNvSpPr/>
          <p:nvPr/>
        </p:nvSpPr>
        <p:spPr>
          <a:xfrm rot="16200000">
            <a:off x="4903661" y="2496533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9A6F3020-A239-E06A-0760-2665FE8B365D}"/>
              </a:ext>
            </a:extLst>
          </p:cNvPr>
          <p:cNvSpPr/>
          <p:nvPr/>
        </p:nvSpPr>
        <p:spPr>
          <a:xfrm rot="16200000">
            <a:off x="6608026" y="2519130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CC4B3D4E-DB50-E718-DB32-2E89843FCD13}"/>
              </a:ext>
            </a:extLst>
          </p:cNvPr>
          <p:cNvSpPr/>
          <p:nvPr/>
        </p:nvSpPr>
        <p:spPr>
          <a:xfrm rot="5400000">
            <a:off x="2419041" y="2922119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Left Brace 96">
            <a:extLst>
              <a:ext uri="{FF2B5EF4-FFF2-40B4-BE49-F238E27FC236}">
                <a16:creationId xmlns:a16="http://schemas.microsoft.com/office/drawing/2014/main" id="{DD961034-0F8B-B867-720C-D8A75456EFD3}"/>
              </a:ext>
            </a:extLst>
          </p:cNvPr>
          <p:cNvSpPr/>
          <p:nvPr/>
        </p:nvSpPr>
        <p:spPr>
          <a:xfrm rot="5400000">
            <a:off x="6610187" y="2867321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F253B5B-8D2C-7063-7ED3-83A63D7F9E95}"/>
              </a:ext>
            </a:extLst>
          </p:cNvPr>
          <p:cNvCxnSpPr>
            <a:cxnSpLocks/>
          </p:cNvCxnSpPr>
          <p:nvPr/>
        </p:nvCxnSpPr>
        <p:spPr>
          <a:xfrm>
            <a:off x="2478852" y="3120483"/>
            <a:ext cx="4705" cy="18685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15AA1AA-0295-4A38-CECB-E66E34BF5935}"/>
              </a:ext>
            </a:extLst>
          </p:cNvPr>
          <p:cNvCxnSpPr>
            <a:cxnSpLocks/>
          </p:cNvCxnSpPr>
          <p:nvPr/>
        </p:nvCxnSpPr>
        <p:spPr>
          <a:xfrm>
            <a:off x="6665485" y="3119718"/>
            <a:ext cx="4705" cy="18685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Arrow: Right 169">
            <a:extLst>
              <a:ext uri="{FF2B5EF4-FFF2-40B4-BE49-F238E27FC236}">
                <a16:creationId xmlns:a16="http://schemas.microsoft.com/office/drawing/2014/main" id="{2A394B89-C0C5-9FE9-FC41-A4B759C80D32}"/>
              </a:ext>
            </a:extLst>
          </p:cNvPr>
          <p:cNvSpPr/>
          <p:nvPr/>
        </p:nvSpPr>
        <p:spPr>
          <a:xfrm>
            <a:off x="3046536" y="1817410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Arrow: Right 170">
            <a:extLst>
              <a:ext uri="{FF2B5EF4-FFF2-40B4-BE49-F238E27FC236}">
                <a16:creationId xmlns:a16="http://schemas.microsoft.com/office/drawing/2014/main" id="{28F7F5EB-C14B-4638-5E0F-30B1446E3FE8}"/>
              </a:ext>
            </a:extLst>
          </p:cNvPr>
          <p:cNvSpPr/>
          <p:nvPr/>
        </p:nvSpPr>
        <p:spPr>
          <a:xfrm>
            <a:off x="4289004" y="1807126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Arrow: Right 171">
            <a:extLst>
              <a:ext uri="{FF2B5EF4-FFF2-40B4-BE49-F238E27FC236}">
                <a16:creationId xmlns:a16="http://schemas.microsoft.com/office/drawing/2014/main" id="{6348CA1E-C84A-F85F-B206-66096BEA8512}"/>
              </a:ext>
            </a:extLst>
          </p:cNvPr>
          <p:cNvSpPr/>
          <p:nvPr/>
        </p:nvSpPr>
        <p:spPr>
          <a:xfrm>
            <a:off x="7221276" y="1777788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EC2D1A49-E114-03F1-F573-20E881904273}"/>
              </a:ext>
            </a:extLst>
          </p:cNvPr>
          <p:cNvSpPr/>
          <p:nvPr/>
        </p:nvSpPr>
        <p:spPr>
          <a:xfrm>
            <a:off x="3015477" y="4502182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29E2ACB5-790D-C610-6442-0EA6F5C5F35C}"/>
              </a:ext>
            </a:extLst>
          </p:cNvPr>
          <p:cNvSpPr/>
          <p:nvPr/>
        </p:nvSpPr>
        <p:spPr>
          <a:xfrm>
            <a:off x="4259431" y="4525943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Arrow: Right 174">
            <a:extLst>
              <a:ext uri="{FF2B5EF4-FFF2-40B4-BE49-F238E27FC236}">
                <a16:creationId xmlns:a16="http://schemas.microsoft.com/office/drawing/2014/main" id="{56B06361-5717-7088-481B-15AA92803FDE}"/>
              </a:ext>
            </a:extLst>
          </p:cNvPr>
          <p:cNvSpPr/>
          <p:nvPr/>
        </p:nvSpPr>
        <p:spPr>
          <a:xfrm>
            <a:off x="7206692" y="4502182"/>
            <a:ext cx="129465" cy="12439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Left Brace 175">
            <a:extLst>
              <a:ext uri="{FF2B5EF4-FFF2-40B4-BE49-F238E27FC236}">
                <a16:creationId xmlns:a16="http://schemas.microsoft.com/office/drawing/2014/main" id="{18750DB0-4490-D846-1756-7AED65456937}"/>
              </a:ext>
            </a:extLst>
          </p:cNvPr>
          <p:cNvSpPr/>
          <p:nvPr/>
        </p:nvSpPr>
        <p:spPr>
          <a:xfrm rot="5400000">
            <a:off x="3706620" y="2912798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Left Brace 176">
            <a:extLst>
              <a:ext uri="{FF2B5EF4-FFF2-40B4-BE49-F238E27FC236}">
                <a16:creationId xmlns:a16="http://schemas.microsoft.com/office/drawing/2014/main" id="{DCEE1A11-4ECE-D3CC-FF41-C08F1131AB58}"/>
              </a:ext>
            </a:extLst>
          </p:cNvPr>
          <p:cNvSpPr/>
          <p:nvPr/>
        </p:nvSpPr>
        <p:spPr>
          <a:xfrm rot="5400000">
            <a:off x="4898723" y="2889238"/>
            <a:ext cx="124328" cy="1002840"/>
          </a:xfrm>
          <a:prstGeom prst="leftBrace">
            <a:avLst>
              <a:gd name="adj1" fmla="val 8333"/>
              <a:gd name="adj2" fmla="val 505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980FCFB-1248-A37A-9ED3-3C2BE668A6D7}"/>
              </a:ext>
            </a:extLst>
          </p:cNvPr>
          <p:cNvCxnSpPr>
            <a:cxnSpLocks/>
          </p:cNvCxnSpPr>
          <p:nvPr/>
        </p:nvCxnSpPr>
        <p:spPr>
          <a:xfrm>
            <a:off x="3766430" y="3121386"/>
            <a:ext cx="4705" cy="18685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4440A96C-0B05-1FF8-8501-E34BEFF9C048}"/>
              </a:ext>
            </a:extLst>
          </p:cNvPr>
          <p:cNvCxnSpPr>
            <a:cxnSpLocks/>
          </p:cNvCxnSpPr>
          <p:nvPr/>
        </p:nvCxnSpPr>
        <p:spPr>
          <a:xfrm>
            <a:off x="3777215" y="3102325"/>
            <a:ext cx="1188610" cy="229445"/>
          </a:xfrm>
          <a:prstGeom prst="bentConnector4">
            <a:avLst>
              <a:gd name="adj1" fmla="val 47631"/>
              <a:gd name="adj2" fmla="val 1546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36B86205-E773-637C-FAE4-48518782E768}"/>
              </a:ext>
            </a:extLst>
          </p:cNvPr>
          <p:cNvSpPr txBox="1"/>
          <p:nvPr/>
        </p:nvSpPr>
        <p:spPr>
          <a:xfrm rot="5400000">
            <a:off x="6735314" y="1804336"/>
            <a:ext cx="1831467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Teacher Logits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BA8C37C-19D6-1507-2DBF-B8A0C038CEDE}"/>
              </a:ext>
            </a:extLst>
          </p:cNvPr>
          <p:cNvSpPr txBox="1"/>
          <p:nvPr/>
        </p:nvSpPr>
        <p:spPr>
          <a:xfrm rot="5400000">
            <a:off x="6732353" y="4349554"/>
            <a:ext cx="1831467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Student Logits</a:t>
            </a:r>
          </a:p>
        </p:txBody>
      </p:sp>
      <p:pic>
        <p:nvPicPr>
          <p:cNvPr id="197" name="Picture 196" descr="A blue line graph&#10;&#10;AI-generated content may be incorrect.">
            <a:extLst>
              <a:ext uri="{FF2B5EF4-FFF2-40B4-BE49-F238E27FC236}">
                <a16:creationId xmlns:a16="http://schemas.microsoft.com/office/drawing/2014/main" id="{9D715850-9E96-9073-8C4F-3CDF49A21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50053" y="1744049"/>
            <a:ext cx="1863477" cy="356576"/>
          </a:xfrm>
          <a:prstGeom prst="rect">
            <a:avLst/>
          </a:prstGeom>
        </p:spPr>
      </p:pic>
      <p:pic>
        <p:nvPicPr>
          <p:cNvPr id="199" name="Picture 198" descr="A blue line graph with a white background&#10;&#10;AI-generated content may be incorrect.">
            <a:extLst>
              <a:ext uri="{FF2B5EF4-FFF2-40B4-BE49-F238E27FC236}">
                <a16:creationId xmlns:a16="http://schemas.microsoft.com/office/drawing/2014/main" id="{3564E5A5-1B98-CD8B-EC6A-B6BC929F0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52812" y="4275551"/>
            <a:ext cx="1838325" cy="39145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6251AF0D-8D37-85F7-2A6A-AAABC201D44F}"/>
              </a:ext>
            </a:extLst>
          </p:cNvPr>
          <p:cNvSpPr txBox="1"/>
          <p:nvPr/>
        </p:nvSpPr>
        <p:spPr>
          <a:xfrm rot="5400000">
            <a:off x="8167288" y="4340320"/>
            <a:ext cx="1831467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masis MT Pro" panose="020F0502020204030204" pitchFamily="18" charset="0"/>
              </a:rPr>
              <a:t>Ground Truth</a:t>
            </a:r>
          </a:p>
        </p:txBody>
      </p:sp>
      <p:sp>
        <p:nvSpPr>
          <p:cNvPr id="201" name="Arrow: Up-Down 200">
            <a:extLst>
              <a:ext uri="{FF2B5EF4-FFF2-40B4-BE49-F238E27FC236}">
                <a16:creationId xmlns:a16="http://schemas.microsoft.com/office/drawing/2014/main" id="{704C17D5-C9D0-CBE3-AD8F-1EFBC8595F2F}"/>
              </a:ext>
            </a:extLst>
          </p:cNvPr>
          <p:cNvSpPr/>
          <p:nvPr/>
        </p:nvSpPr>
        <p:spPr>
          <a:xfrm>
            <a:off x="7592086" y="2985942"/>
            <a:ext cx="152478" cy="512397"/>
          </a:xfrm>
          <a:prstGeom prst="up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2" name="Arrow: Up-Down 201">
            <a:extLst>
              <a:ext uri="{FF2B5EF4-FFF2-40B4-BE49-F238E27FC236}">
                <a16:creationId xmlns:a16="http://schemas.microsoft.com/office/drawing/2014/main" id="{8CC375DD-0273-C7C8-8C1E-DA93DAD1FD72}"/>
              </a:ext>
            </a:extLst>
          </p:cNvPr>
          <p:cNvSpPr/>
          <p:nvPr/>
        </p:nvSpPr>
        <p:spPr>
          <a:xfrm rot="5400000">
            <a:off x="8496900" y="4169745"/>
            <a:ext cx="152478" cy="512397"/>
          </a:xfrm>
          <a:prstGeom prst="up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18CB1EA-8A62-A6C2-74AA-3290DCCF5D43}"/>
              </a:ext>
            </a:extLst>
          </p:cNvPr>
          <p:cNvSpPr/>
          <p:nvPr/>
        </p:nvSpPr>
        <p:spPr>
          <a:xfrm>
            <a:off x="2570224" y="3125415"/>
            <a:ext cx="873525" cy="1696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masis MT Pro" panose="02040504050005020304" pitchFamily="18" charset="0"/>
              </a:rPr>
              <a:t>Attn-Loss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FDAB778-32C4-4C7B-B97D-8C34C02A02E7}"/>
              </a:ext>
            </a:extLst>
          </p:cNvPr>
          <p:cNvSpPr/>
          <p:nvPr/>
        </p:nvSpPr>
        <p:spPr>
          <a:xfrm rot="5400000">
            <a:off x="7755947" y="3121367"/>
            <a:ext cx="403261" cy="24065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masis MT Pro" panose="02040504050005020304" pitchFamily="18" charset="0"/>
              </a:rPr>
              <a:t>KL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F54CCFB-F713-172A-B8C0-7551942F5A68}"/>
              </a:ext>
            </a:extLst>
          </p:cNvPr>
          <p:cNvSpPr/>
          <p:nvPr/>
        </p:nvSpPr>
        <p:spPr>
          <a:xfrm>
            <a:off x="8347048" y="4065322"/>
            <a:ext cx="462761" cy="25417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masis MT Pro" panose="02040504050005020304" pitchFamily="18" charset="0"/>
              </a:rPr>
              <a:t>CE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F09ED02-D637-FBB6-1449-CA32958AC897}"/>
              </a:ext>
            </a:extLst>
          </p:cNvPr>
          <p:cNvSpPr/>
          <p:nvPr/>
        </p:nvSpPr>
        <p:spPr>
          <a:xfrm>
            <a:off x="3910280" y="3154403"/>
            <a:ext cx="873525" cy="1696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masis MT Pro" panose="02040504050005020304" pitchFamily="18" charset="0"/>
              </a:rPr>
              <a:t>Attn-Loss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ABFB3DF4-5AC2-68DC-655B-17D4BE3E9700}"/>
              </a:ext>
            </a:extLst>
          </p:cNvPr>
          <p:cNvSpPr/>
          <p:nvPr/>
        </p:nvSpPr>
        <p:spPr>
          <a:xfrm>
            <a:off x="5725141" y="3097341"/>
            <a:ext cx="873525" cy="1696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masis MT Pro" panose="02040504050005020304" pitchFamily="18" charset="0"/>
              </a:rPr>
              <a:t>Attn-Loss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1AEEE83-0FFE-2B27-4C28-ACD600185900}"/>
              </a:ext>
            </a:extLst>
          </p:cNvPr>
          <p:cNvSpPr txBox="1"/>
          <p:nvPr/>
        </p:nvSpPr>
        <p:spPr>
          <a:xfrm>
            <a:off x="3346352" y="512992"/>
            <a:ext cx="282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Teacher (Qwen-2.5-VL-7B)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389D694-8A5E-654B-CBFA-5629C8762F24}"/>
              </a:ext>
            </a:extLst>
          </p:cNvPr>
          <p:cNvSpPr txBox="1"/>
          <p:nvPr/>
        </p:nvSpPr>
        <p:spPr>
          <a:xfrm>
            <a:off x="3251354" y="5511432"/>
            <a:ext cx="2799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Student (Qwen-2.5-VL-3B)</a:t>
            </a:r>
          </a:p>
        </p:txBody>
      </p:sp>
    </p:spTree>
    <p:extLst>
      <p:ext uri="{BB962C8B-B14F-4D97-AF65-F5344CB8AC3E}">
        <p14:creationId xmlns:p14="http://schemas.microsoft.com/office/powerpoint/2010/main" val="137875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92F956-D75C-DB68-C19C-9F6FCD86B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575277"/>
              </p:ext>
            </p:extLst>
          </p:nvPr>
        </p:nvGraphicFramePr>
        <p:xfrm>
          <a:off x="2564835" y="1050035"/>
          <a:ext cx="1102002" cy="1018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34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339637"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B69D15-2213-954F-2D94-0CE1B89DF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406754"/>
              </p:ext>
            </p:extLst>
          </p:nvPr>
        </p:nvGraphicFramePr>
        <p:xfrm>
          <a:off x="4001090" y="1050034"/>
          <a:ext cx="1102002" cy="1018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34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7F4B0F-B358-BDD7-DD54-C90D2ED8C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135141"/>
              </p:ext>
            </p:extLst>
          </p:nvPr>
        </p:nvGraphicFramePr>
        <p:xfrm>
          <a:off x="6330090" y="1056359"/>
          <a:ext cx="1102002" cy="1018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34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FCA88E-4DD3-D72A-EBCE-CDB784AD0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715861"/>
              </p:ext>
            </p:extLst>
          </p:nvPr>
        </p:nvGraphicFramePr>
        <p:xfrm>
          <a:off x="2564835" y="2994290"/>
          <a:ext cx="1102002" cy="1018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34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5000">
                          <a:schemeClr val="accent1">
                            <a:lumMod val="60000"/>
                            <a:lumOff val="40000"/>
                          </a:schemeClr>
                        </a:gs>
                        <a:gs pos="90000">
                          <a:schemeClr val="accent6">
                            <a:lumMod val="60000"/>
                            <a:lumOff val="40000"/>
                          </a:schemeClr>
                        </a:gs>
                        <a:gs pos="32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52363A-CBA3-0E33-E5EA-93AA0700B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073840"/>
              </p:ext>
            </p:extLst>
          </p:nvPr>
        </p:nvGraphicFramePr>
        <p:xfrm>
          <a:off x="6330090" y="2994289"/>
          <a:ext cx="1102002" cy="1018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34">
                  <a:extLst>
                    <a:ext uri="{9D8B030D-6E8A-4147-A177-3AD203B41FA5}">
                      <a16:colId xmlns:a16="http://schemas.microsoft.com/office/drawing/2014/main" val="1826185367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4039757251"/>
                    </a:ext>
                  </a:extLst>
                </a:gridCol>
                <a:gridCol w="367334">
                  <a:extLst>
                    <a:ext uri="{9D8B030D-6E8A-4147-A177-3AD203B41FA5}">
                      <a16:colId xmlns:a16="http://schemas.microsoft.com/office/drawing/2014/main" val="210477324"/>
                    </a:ext>
                  </a:extLst>
                </a:gridCol>
              </a:tblGrid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28822953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1421314"/>
                  </a:ext>
                </a:extLst>
              </a:tr>
              <a:tr h="339637">
                <a:tc>
                  <a:txBody>
                    <a:bodyPr/>
                    <a:lstStyle/>
                    <a:p>
                      <a:endParaRPr lang="en-IN" sz="10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IN" sz="100" dirty="0"/>
                    </a:p>
                  </a:txBody>
                  <a:tcPr marL="0" marR="0" marT="0" marB="0">
                    <a:gradFill>
                      <a:gsLst>
                        <a:gs pos="62000">
                          <a:schemeClr val="accent1">
                            <a:lumMod val="60000"/>
                            <a:lumOff val="40000"/>
                          </a:schemeClr>
                        </a:gs>
                        <a:gs pos="43000">
                          <a:schemeClr val="accent6">
                            <a:lumMod val="60000"/>
                            <a:lumOff val="40000"/>
                          </a:schemeClr>
                        </a:gs>
                        <a:gs pos="89000">
                          <a:schemeClr val="accent2">
                            <a:lumMod val="75000"/>
                          </a:schemeClr>
                        </a:gs>
                      </a:gsLst>
                      <a:lin ang="186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2067640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F42FB7-E942-7ED9-51B4-F9E9CDE70C83}"/>
              </a:ext>
            </a:extLst>
          </p:cNvPr>
          <p:cNvCxnSpPr>
            <a:endCxn id="13" idx="0"/>
          </p:cNvCxnSpPr>
          <p:nvPr/>
        </p:nvCxnSpPr>
        <p:spPr>
          <a:xfrm>
            <a:off x="3115836" y="2068945"/>
            <a:ext cx="0" cy="9253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80F3ED-DF75-5972-E94F-4F5D522345A1}"/>
              </a:ext>
            </a:extLst>
          </p:cNvPr>
          <p:cNvCxnSpPr>
            <a:endCxn id="14" idx="0"/>
          </p:cNvCxnSpPr>
          <p:nvPr/>
        </p:nvCxnSpPr>
        <p:spPr>
          <a:xfrm>
            <a:off x="3115836" y="2068945"/>
            <a:ext cx="3765255" cy="925344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0A8CB-9643-E4D9-C48D-2C51C40E1F63}"/>
              </a:ext>
            </a:extLst>
          </p:cNvPr>
          <p:cNvCxnSpPr>
            <a:endCxn id="13" idx="0"/>
          </p:cNvCxnSpPr>
          <p:nvPr/>
        </p:nvCxnSpPr>
        <p:spPr>
          <a:xfrm flipH="1">
            <a:off x="3115836" y="2068945"/>
            <a:ext cx="1419219" cy="925345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B024C9-340C-EAA3-3A7E-F2E131F0A914}"/>
              </a:ext>
            </a:extLst>
          </p:cNvPr>
          <p:cNvCxnSpPr>
            <a:endCxn id="14" idx="0"/>
          </p:cNvCxnSpPr>
          <p:nvPr/>
        </p:nvCxnSpPr>
        <p:spPr>
          <a:xfrm>
            <a:off x="4535055" y="2068945"/>
            <a:ext cx="2346036" cy="92534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D024C4-476E-0A9B-320E-9B7190E869EA}"/>
              </a:ext>
            </a:extLst>
          </p:cNvPr>
          <p:cNvCxnSpPr>
            <a:endCxn id="13" idx="0"/>
          </p:cNvCxnSpPr>
          <p:nvPr/>
        </p:nvCxnSpPr>
        <p:spPr>
          <a:xfrm flipH="1">
            <a:off x="3115836" y="2068945"/>
            <a:ext cx="3765255" cy="92534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D66918-CB07-6FBD-5350-6FF656CB4F8C}"/>
              </a:ext>
            </a:extLst>
          </p:cNvPr>
          <p:cNvCxnSpPr>
            <a:endCxn id="14" idx="0"/>
          </p:cNvCxnSpPr>
          <p:nvPr/>
        </p:nvCxnSpPr>
        <p:spPr>
          <a:xfrm>
            <a:off x="6881091" y="2068945"/>
            <a:ext cx="0" cy="92534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6DEFD7-75BB-2B61-DBE8-0A70821F0488}"/>
              </a:ext>
            </a:extLst>
          </p:cNvPr>
          <p:cNvSpPr txBox="1"/>
          <p:nvPr/>
        </p:nvSpPr>
        <p:spPr>
          <a:xfrm>
            <a:off x="2886365" y="4006875"/>
            <a:ext cx="62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H</a:t>
            </a:r>
            <a:r>
              <a:rPr lang="en-IN" sz="1400" baseline="-25000" dirty="0">
                <a:latin typeface="Amasis MT Pro" panose="02040504050005020304" pitchFamily="18" charset="0"/>
              </a:rPr>
              <a:t>S</a:t>
            </a:r>
            <a:r>
              <a:rPr lang="en-IN" sz="1400" dirty="0">
                <a:latin typeface="Amasis MT Pro" panose="02040504050005020304" pitchFamily="18" charset="0"/>
              </a:rPr>
              <a:t>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2057FC-91FC-BBEC-040C-1F3C69328DB8}"/>
              </a:ext>
            </a:extLst>
          </p:cNvPr>
          <p:cNvSpPr txBox="1"/>
          <p:nvPr/>
        </p:nvSpPr>
        <p:spPr>
          <a:xfrm>
            <a:off x="6677892" y="4006875"/>
            <a:ext cx="62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H</a:t>
            </a:r>
            <a:r>
              <a:rPr lang="en-IN" sz="1400" baseline="-25000" dirty="0">
                <a:latin typeface="Amasis MT Pro" panose="02040504050005020304" pitchFamily="18" charset="0"/>
              </a:rPr>
              <a:t>S</a:t>
            </a:r>
            <a:r>
              <a:rPr lang="en-IN" sz="1400" dirty="0">
                <a:latin typeface="Amasis MT Pro" panose="02040504050005020304" pitchFamily="18" charset="0"/>
              </a:rPr>
              <a:t> 16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2EED37-2D3B-8EBB-D89F-760DE689C929}"/>
              </a:ext>
            </a:extLst>
          </p:cNvPr>
          <p:cNvSpPr txBox="1"/>
          <p:nvPr/>
        </p:nvSpPr>
        <p:spPr>
          <a:xfrm>
            <a:off x="2849418" y="742257"/>
            <a:ext cx="62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H</a:t>
            </a:r>
            <a:r>
              <a:rPr lang="en-IN" sz="1400" baseline="-25000" dirty="0">
                <a:latin typeface="Amasis MT Pro" panose="02040504050005020304" pitchFamily="18" charset="0"/>
              </a:rPr>
              <a:t>T</a:t>
            </a:r>
            <a:r>
              <a:rPr lang="en-IN" sz="1400" dirty="0">
                <a:latin typeface="Amasis MT Pro" panose="02040504050005020304" pitchFamily="18" charset="0"/>
              </a:rPr>
              <a:t>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2DCAE3-697E-00C3-FDA3-2510C30C59AA}"/>
              </a:ext>
            </a:extLst>
          </p:cNvPr>
          <p:cNvSpPr txBox="1"/>
          <p:nvPr/>
        </p:nvSpPr>
        <p:spPr>
          <a:xfrm>
            <a:off x="4270383" y="742256"/>
            <a:ext cx="62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H</a:t>
            </a:r>
            <a:r>
              <a:rPr lang="en-IN" sz="1400" baseline="-25000" dirty="0">
                <a:latin typeface="Amasis MT Pro" panose="02040504050005020304" pitchFamily="18" charset="0"/>
              </a:rPr>
              <a:t>T</a:t>
            </a:r>
            <a:r>
              <a:rPr lang="en-IN" sz="1400" dirty="0">
                <a:latin typeface="Amasis MT Pro" panose="02040504050005020304" pitchFamily="18" charset="0"/>
              </a:rPr>
              <a:t>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44322D-6424-1282-C92E-3D4F3E4AF6D0}"/>
              </a:ext>
            </a:extLst>
          </p:cNvPr>
          <p:cNvSpPr txBox="1"/>
          <p:nvPr/>
        </p:nvSpPr>
        <p:spPr>
          <a:xfrm>
            <a:off x="6569365" y="742255"/>
            <a:ext cx="62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H</a:t>
            </a:r>
            <a:r>
              <a:rPr lang="en-IN" sz="1400" baseline="-25000" dirty="0">
                <a:latin typeface="Amasis MT Pro" panose="02040504050005020304" pitchFamily="18" charset="0"/>
              </a:rPr>
              <a:t>T</a:t>
            </a:r>
            <a:r>
              <a:rPr lang="en-IN" sz="1400" dirty="0">
                <a:latin typeface="Amasis MT Pro" panose="02040504050005020304" pitchFamily="18" charset="0"/>
              </a:rPr>
              <a:t> 28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9149DD-8780-31DC-E91E-3BD7BDCE7F5A}"/>
              </a:ext>
            </a:extLst>
          </p:cNvPr>
          <p:cNvSpPr txBox="1"/>
          <p:nvPr/>
        </p:nvSpPr>
        <p:spPr>
          <a:xfrm>
            <a:off x="4757170" y="1263320"/>
            <a:ext cx="18882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masis MT Pro" panose="02040504050005020304" pitchFamily="18" charset="0"/>
              </a:rPr>
              <a:t>Teacher Heads</a:t>
            </a:r>
          </a:p>
          <a:p>
            <a:pPr algn="ctr"/>
            <a:r>
              <a:rPr lang="en-IN" sz="1400" dirty="0">
                <a:latin typeface="Amasis MT Pro" panose="02040504050005020304" pitchFamily="18" charset="0"/>
              </a:rPr>
              <a:t>.  .  .  .  .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034FD-F515-356E-2D80-3A608D30514C}"/>
              </a:ext>
            </a:extLst>
          </p:cNvPr>
          <p:cNvSpPr txBox="1"/>
          <p:nvPr/>
        </p:nvSpPr>
        <p:spPr>
          <a:xfrm>
            <a:off x="3825445" y="3254360"/>
            <a:ext cx="2329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masis MT Pro" panose="02040504050005020304" pitchFamily="18" charset="0"/>
              </a:rPr>
              <a:t>Student Heads</a:t>
            </a:r>
          </a:p>
          <a:p>
            <a:pPr algn="ctr"/>
            <a:r>
              <a:rPr lang="en-IN" sz="1400" dirty="0">
                <a:latin typeface="Amasis MT Pro" panose="02040504050005020304" pitchFamily="18" charset="0"/>
              </a:rPr>
              <a:t>.  .  .  .  .  .  .  .  .  .</a:t>
            </a:r>
          </a:p>
        </p:txBody>
      </p:sp>
    </p:spTree>
    <p:extLst>
      <p:ext uri="{BB962C8B-B14F-4D97-AF65-F5344CB8AC3E}">
        <p14:creationId xmlns:p14="http://schemas.microsoft.com/office/powerpoint/2010/main" val="119127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132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Amasis MT Pro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Manigandan Ramadasan</dc:creator>
  <cp:lastModifiedBy>Manigandan Ramadasan</cp:lastModifiedBy>
  <cp:revision>1</cp:revision>
  <dcterms:created xsi:type="dcterms:W3CDTF">2025-12-09T10:26:15Z</dcterms:created>
  <dcterms:modified xsi:type="dcterms:W3CDTF">2025-12-09T12:09:25Z</dcterms:modified>
</cp:coreProperties>
</file>